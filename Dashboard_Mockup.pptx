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A5E8-82CE-8AEE-2A84-BA96605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03DFA-9AE6-57EB-7E19-C0B143234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0B3B0-0841-9D34-4411-9857CB39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B1FD2-5AFC-6ABD-8E99-E175FA76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94B0-AB72-E223-0CCF-CEDCF596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C81C-B5DD-A39A-359D-D88CE619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BF89B-DAEA-E558-F92D-BB167EC4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87514-D827-6620-6782-A0971F09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44C1C-D165-9BE1-593C-A1CB3F1B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F3F58-670F-6A47-1BE1-71D32B4D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2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36AD-3EBA-3043-5B0C-064F7008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BC3B3-74AA-A52F-1FEB-8E3046523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183D7-F7D9-6E39-6548-B6C15070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FEFB-FFD7-98DD-2436-AB1631603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DE515-F3CF-38F0-06EE-9409A693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8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DE03-F954-A063-DE6B-B1C1C892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92B8-03C6-75E8-2E38-8936CD009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D1E5D-3D15-7CDF-BCB1-5701F08C9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9EDCB-AFA0-D651-4A4B-EEE8EB4C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26CD-B5B4-B311-3E36-293A8AE4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7D964-419F-31E7-D783-28EE4234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7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535B-FA40-E14C-E5A5-78B59890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886AC-0794-9C35-C581-F5145617C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21710-6FA3-8497-3F18-DE62CA545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2D165F-31DF-B20B-13E1-249F08F2C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2E1B2-B550-42CC-B308-003108EFB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F0556-5636-0147-8FED-9140C0E8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A2065-4551-6138-621D-D192ED3E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10E80-1DA7-AEE7-D640-21220CDF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8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4D34-DEAC-9886-0524-BE9139A4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2359A-7FB7-2D41-89FD-5B5CC2B6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6F7B5-B193-0109-8D59-C8446430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3D3C2-E2A6-E4EF-EB80-5BB73C5D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7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0D86B-1439-8827-7DC4-5F58A578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15D4D-8EF9-B154-BBDE-962DC575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2C820-6AA5-A0A3-59FA-756BC51A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8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F4F-CBC8-78DF-8D8D-C2D16DA7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C61CE-A577-2191-4EF7-B3CF4008E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DDAB2-3895-93A9-D336-C48F35C65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2E36B-849E-C90F-BD99-B7F38933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D5203-F525-3CFF-272E-92434D4A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ECC2D-3EBA-C6DC-C41E-0C9D0057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8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7BA9-ED7B-4A1C-11EF-6F132775F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E775D-F1E9-E147-FE98-6AAECAC04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E196C-AE8A-1026-33CA-ECF5E96B0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2249F-9F56-0592-2604-9C7C9537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8850-9D32-1095-F1A7-723CDAE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6D32F-C96E-E253-D9D9-D46C88C2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5A14-4556-F270-E5FD-B0FFD53D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41C2F-81EA-1E04-F662-DE6E114FC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3EEE9-C4E8-A38F-91D8-C0D3EC84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BFAF1-B2FD-6A0E-07F0-D6789722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DA3-C167-6658-E2E5-DDB1A7E1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0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A6114-85AC-2BDB-F27A-AE79BED21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10DAA-6998-E1F8-7A97-A264426A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D00A9-21BA-07CC-B707-0D73D4F7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FB11F-448E-F2E9-0EDF-B3517CC3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83AFA-19D5-2636-3862-05499538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252BB-B281-7BA6-B2E5-D49F843D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6E6B-94DD-8B07-28B8-52984110D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60F6-6CBF-2004-1368-2A42A173F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71A70-3656-419B-9A21-31F9499057C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A984D-1EE2-A8A4-AB9D-A17F79B42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424ED-4236-2440-1F7E-134E74217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118DB-1353-4BFE-9C4D-11162E1B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9CA0-67F6-BB82-4B24-A29962BA3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78EC9-37AE-5C84-5E9E-953D2C0A6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238ED-222E-3676-BC11-196DCA2538DE}"/>
              </a:ext>
            </a:extLst>
          </p:cNvPr>
          <p:cNvSpPr/>
          <p:nvPr/>
        </p:nvSpPr>
        <p:spPr>
          <a:xfrm>
            <a:off x="0" y="0"/>
            <a:ext cx="3012330" cy="8560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</a:t>
            </a:r>
          </a:p>
          <a:p>
            <a:pPr algn="ctr"/>
            <a:r>
              <a:rPr lang="en-US" dirty="0"/>
              <a:t>138.10M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86F45F-F878-21EF-9C65-9CB19F547AB8}"/>
              </a:ext>
            </a:extLst>
          </p:cNvPr>
          <p:cNvSpPr/>
          <p:nvPr/>
        </p:nvSpPr>
        <p:spPr>
          <a:xfrm>
            <a:off x="9393677" y="0"/>
            <a:ext cx="2798323" cy="8560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Order Values</a:t>
            </a:r>
          </a:p>
          <a:p>
            <a:pPr algn="ctr"/>
            <a:r>
              <a:rPr lang="en-US" dirty="0"/>
              <a:t>139.22K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1EA46-6C99-B64A-4B51-2848AC8C5BF3}"/>
              </a:ext>
            </a:extLst>
          </p:cNvPr>
          <p:cNvSpPr/>
          <p:nvPr/>
        </p:nvSpPr>
        <p:spPr>
          <a:xfrm>
            <a:off x="6394316" y="0"/>
            <a:ext cx="2915054" cy="8560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Customers</a:t>
            </a:r>
          </a:p>
          <a:p>
            <a:pPr algn="ctr"/>
            <a:r>
              <a:rPr lang="en-US" dirty="0"/>
              <a:t>941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01D3B-E089-1EF3-3062-2FDE86D959E6}"/>
              </a:ext>
            </a:extLst>
          </p:cNvPr>
          <p:cNvSpPr/>
          <p:nvPr/>
        </p:nvSpPr>
        <p:spPr>
          <a:xfrm>
            <a:off x="3083667" y="0"/>
            <a:ext cx="3239312" cy="8560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Orders</a:t>
            </a:r>
          </a:p>
          <a:p>
            <a:pPr algn="ctr"/>
            <a:r>
              <a:rPr lang="en-US" dirty="0"/>
              <a:t>992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6BA119-99FA-07EE-010A-B67CB9302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034"/>
            <a:ext cx="4482591" cy="2672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002370-1903-CE5F-C85C-A8FA68DAE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35" y="883536"/>
            <a:ext cx="4131099" cy="2646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09EB7D-3937-E229-BE88-72F2FB77E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5336"/>
            <a:ext cx="4482591" cy="3255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EA1659-5473-8556-4B14-AC4CC04F9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592" y="3556137"/>
            <a:ext cx="3854552" cy="33018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F62DDE-35EC-49D3-11A9-36EE3D8CE6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179" y="883534"/>
            <a:ext cx="3399664" cy="27185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3DECF0-68B5-BCE7-4CD1-31E610A84A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143" y="3530264"/>
            <a:ext cx="3854552" cy="329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3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Km. Shubhangi</dc:creator>
  <cp:lastModifiedBy>Km. Shubhangi</cp:lastModifiedBy>
  <cp:revision>2</cp:revision>
  <dcterms:created xsi:type="dcterms:W3CDTF">2026-06-23T18:44:35Z</dcterms:created>
  <dcterms:modified xsi:type="dcterms:W3CDTF">2026-06-24T16:13:07Z</dcterms:modified>
</cp:coreProperties>
</file>